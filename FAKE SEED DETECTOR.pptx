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2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7486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6606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3908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smtClean="0"/>
              <a:t>2/28/2026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23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2/28/2026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925187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smtClean="0"/>
              <a:t>2/28/2026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296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smtClean="0"/>
              <a:t>2/28/2026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63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1BE4249-C0D0-4B06-8692-E8BB871AF643}" type="datetimeFigureOut">
              <a:rPr lang="en-US" smtClean="0"/>
              <a:t>2/28/2026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9143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0DB6-F5C7-45FB-8CF3-31B45F9C2DAC}" type="datetimeFigureOut">
              <a:rPr lang="en-US" smtClean="0"/>
              <a:t>2/28/2026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356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762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160EA64-D806-43AC-9DF2-F8C432F32B4C}" type="datetimeFigureOut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0329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65D23-16D0-851B-25A7-8A4CA2D060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480" y="-371757"/>
            <a:ext cx="10058400" cy="3566160"/>
          </a:xfrm>
        </p:spPr>
        <p:txBody>
          <a:bodyPr/>
          <a:lstStyle/>
          <a:p>
            <a:r>
              <a:rPr lang="en-IN" dirty="0"/>
              <a:t>FAKE SEED DETECTOR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4A23D3-84E5-436C-374D-EF51EEBDFC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8955" y="3212987"/>
            <a:ext cx="10058400" cy="1143000"/>
          </a:xfrm>
        </p:spPr>
        <p:txBody>
          <a:bodyPr/>
          <a:lstStyle/>
          <a:p>
            <a:r>
              <a:rPr lang="en-IN" dirty="0"/>
              <a:t>Real-time identification of </a:t>
            </a:r>
            <a:r>
              <a:rPr lang="en-IN" dirty="0" err="1"/>
              <a:t>counterfit</a:t>
            </a:r>
            <a:r>
              <a:rPr lang="en-IN" dirty="0"/>
              <a:t> seeds using Computer vision.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0221BA-9A0A-E0E2-0629-B3ABA45C3A76}"/>
              </a:ext>
            </a:extLst>
          </p:cNvPr>
          <p:cNvSpPr txBox="1"/>
          <p:nvPr/>
        </p:nvSpPr>
        <p:spPr>
          <a:xfrm>
            <a:off x="6184490" y="4650657"/>
            <a:ext cx="49554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Team: </a:t>
            </a:r>
            <a:r>
              <a:rPr lang="en-IN" dirty="0" err="1"/>
              <a:t>ZeroToOne</a:t>
            </a:r>
            <a:endParaRPr lang="en-IN" dirty="0"/>
          </a:p>
          <a:p>
            <a:r>
              <a:rPr lang="en-IN" b="1" dirty="0"/>
              <a:t>Team member: </a:t>
            </a:r>
            <a:r>
              <a:rPr lang="en-IN" dirty="0" err="1"/>
              <a:t>P.Poojith</a:t>
            </a:r>
            <a:r>
              <a:rPr lang="en-IN" dirty="0"/>
              <a:t> Kumar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249609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42830-D789-31FF-79D8-A13BD8122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5A21334-E4E5-4FC3-0ED5-33F2CA6CE7E2}"/>
              </a:ext>
            </a:extLst>
          </p:cNvPr>
          <p:cNvSpPr txBox="1"/>
          <p:nvPr/>
        </p:nvSpPr>
        <p:spPr>
          <a:xfrm>
            <a:off x="186812" y="209722"/>
            <a:ext cx="11680723" cy="563231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600" b="1" dirty="0"/>
              <a:t>Problem: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Fake seeds are sold as genuine using dyes and coatings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Farmers suffer crop loss, debt, and loss of livelihood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Challenges: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Traditional verification (DNA, spectroscopy) is expensive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Not feasible for rural or local markets</a:t>
            </a:r>
          </a:p>
          <a:p>
            <a:r>
              <a:rPr lang="en-US" sz="3600" b="1" dirty="0"/>
              <a:t>Goal: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Build a low-cost, image-based AI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Runs on standard devices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Gives instant authenticity decision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106773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345F0-828F-F545-DFB0-82808F47B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270B9D1-3CA4-C8D7-3D1E-10E4D9381D71}"/>
              </a:ext>
            </a:extLst>
          </p:cNvPr>
          <p:cNvSpPr txBox="1"/>
          <p:nvPr/>
        </p:nvSpPr>
        <p:spPr>
          <a:xfrm>
            <a:off x="240890" y="390094"/>
            <a:ext cx="11710219" cy="5632311"/>
          </a:xfrm>
          <a:custGeom>
            <a:avLst/>
            <a:gdLst>
              <a:gd name="csX0" fmla="*/ 0 w 11680723"/>
              <a:gd name="csY0" fmla="*/ 0 h 4524315"/>
              <a:gd name="csX1" fmla="*/ 11680723 w 11680723"/>
              <a:gd name="csY1" fmla="*/ 0 h 4524315"/>
              <a:gd name="csX2" fmla="*/ 11680723 w 11680723"/>
              <a:gd name="csY2" fmla="*/ 4524315 h 4524315"/>
              <a:gd name="csX3" fmla="*/ 0 w 11680723"/>
              <a:gd name="csY3" fmla="*/ 4524315 h 4524315"/>
              <a:gd name="csX4" fmla="*/ 0 w 11680723"/>
              <a:gd name="csY4" fmla="*/ 0 h 4524315"/>
              <a:gd name="csX0" fmla="*/ 0 w 11710219"/>
              <a:gd name="csY0" fmla="*/ 0 h 6077812"/>
              <a:gd name="csX1" fmla="*/ 11680723 w 11710219"/>
              <a:gd name="csY1" fmla="*/ 0 h 6077812"/>
              <a:gd name="csX2" fmla="*/ 11710219 w 11710219"/>
              <a:gd name="csY2" fmla="*/ 6077812 h 6077812"/>
              <a:gd name="csX3" fmla="*/ 0 w 11710219"/>
              <a:gd name="csY3" fmla="*/ 4524315 h 6077812"/>
              <a:gd name="csX4" fmla="*/ 0 w 11710219"/>
              <a:gd name="csY4" fmla="*/ 0 h 6077812"/>
              <a:gd name="csX0" fmla="*/ 0 w 11710219"/>
              <a:gd name="csY0" fmla="*/ 0 h 6077812"/>
              <a:gd name="csX1" fmla="*/ 11680723 w 11710219"/>
              <a:gd name="csY1" fmla="*/ 0 h 6077812"/>
              <a:gd name="csX2" fmla="*/ 11710219 w 11710219"/>
              <a:gd name="csY2" fmla="*/ 6077812 h 6077812"/>
              <a:gd name="csX3" fmla="*/ 68826 w 11710219"/>
              <a:gd name="csY3" fmla="*/ 6018818 h 6077812"/>
              <a:gd name="csX4" fmla="*/ 0 w 11710219"/>
              <a:gd name="csY4" fmla="*/ 0 h 6077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710219" h="6077812">
                <a:moveTo>
                  <a:pt x="0" y="0"/>
                </a:moveTo>
                <a:lnTo>
                  <a:pt x="11680723" y="0"/>
                </a:lnTo>
                <a:lnTo>
                  <a:pt x="11710219" y="6077812"/>
                </a:lnTo>
                <a:lnTo>
                  <a:pt x="68826" y="6018818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600" b="1" dirty="0"/>
              <a:t>Our Solution: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A computer vision–based seed authenticity verifier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Uses seed surface, color, and texture features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Deployed as a real-time </a:t>
            </a:r>
            <a:r>
              <a:rPr lang="en-US" sz="3600" dirty="0" err="1"/>
              <a:t>Streamlit</a:t>
            </a:r>
            <a:r>
              <a:rPr lang="en-US" sz="3600" dirty="0"/>
              <a:t> web app</a:t>
            </a:r>
          </a:p>
          <a:p>
            <a:r>
              <a:rPr lang="en-US" sz="3600" b="1" dirty="0"/>
              <a:t>Input: </a:t>
            </a:r>
            <a:r>
              <a:rPr lang="en-US" sz="3600" dirty="0"/>
              <a:t>Seed image</a:t>
            </a:r>
          </a:p>
          <a:p>
            <a:r>
              <a:rPr lang="en-US" sz="3600" b="1" dirty="0"/>
              <a:t>Output:</a:t>
            </a:r>
          </a:p>
          <a:p>
            <a:r>
              <a:rPr lang="en-US" sz="3600" dirty="0"/>
              <a:t>Prediction: </a:t>
            </a:r>
          </a:p>
          <a:p>
            <a:r>
              <a:rPr lang="en-US" sz="3600" dirty="0"/>
              <a:t>Genuine /</a:t>
            </a:r>
          </a:p>
          <a:p>
            <a:r>
              <a:rPr lang="en-US" sz="3600" dirty="0"/>
              <a:t> Fake</a:t>
            </a:r>
          </a:p>
          <a:p>
            <a:r>
              <a:rPr lang="en-US" sz="3600" dirty="0"/>
              <a:t>Confidence score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527163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F7A61-0E80-D526-7F9E-50319ACD6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0C54D4C-511E-94A4-69C7-3707D9C9014B}"/>
              </a:ext>
            </a:extLst>
          </p:cNvPr>
          <p:cNvSpPr txBox="1"/>
          <p:nvPr/>
        </p:nvSpPr>
        <p:spPr>
          <a:xfrm>
            <a:off x="1061884" y="4208206"/>
            <a:ext cx="1008789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7DE138-4791-390A-F736-52EAE8496556}"/>
              </a:ext>
            </a:extLst>
          </p:cNvPr>
          <p:cNvSpPr txBox="1"/>
          <p:nvPr/>
        </p:nvSpPr>
        <p:spPr>
          <a:xfrm>
            <a:off x="530942" y="491613"/>
            <a:ext cx="9606116" cy="45243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b="1" u="sng" dirty="0"/>
              <a:t>Dataset:</a:t>
            </a:r>
          </a:p>
          <a:p>
            <a:r>
              <a:rPr lang="en-US" sz="3200" b="1" dirty="0"/>
              <a:t>Crop: </a:t>
            </a:r>
            <a:r>
              <a:rPr lang="en-US" sz="3200" dirty="0"/>
              <a:t>Pea seeds</a:t>
            </a:r>
          </a:p>
          <a:p>
            <a:r>
              <a:rPr lang="en-US" sz="3200" b="1" dirty="0"/>
              <a:t>Total images: </a:t>
            </a:r>
            <a:r>
              <a:rPr lang="en-US" sz="3200" dirty="0"/>
              <a:t>5513</a:t>
            </a:r>
          </a:p>
          <a:p>
            <a:r>
              <a:rPr lang="en-US" sz="3200" b="1" dirty="0"/>
              <a:t>Genuine seed images: </a:t>
            </a:r>
            <a:r>
              <a:rPr lang="en-US" sz="3200" dirty="0"/>
              <a:t>1200</a:t>
            </a:r>
          </a:p>
          <a:p>
            <a:r>
              <a:rPr lang="en-US" sz="3200" b="1" dirty="0"/>
              <a:t>Spoiled / fake seed images</a:t>
            </a:r>
            <a:r>
              <a:rPr lang="en-US" sz="3200" dirty="0"/>
              <a:t>: 4311</a:t>
            </a:r>
          </a:p>
          <a:p>
            <a:r>
              <a:rPr lang="en-US" sz="3200" b="1" dirty="0"/>
              <a:t>Images used for:</a:t>
            </a:r>
          </a:p>
          <a:p>
            <a:r>
              <a:rPr lang="en-US" sz="3200" dirty="0"/>
              <a:t>Training</a:t>
            </a:r>
          </a:p>
          <a:p>
            <a:r>
              <a:rPr lang="en-US" sz="3200" dirty="0"/>
              <a:t>Validation</a:t>
            </a:r>
          </a:p>
          <a:p>
            <a:r>
              <a:rPr lang="en-US" sz="3200" dirty="0"/>
              <a:t>Dataset used as-is for model training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829043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7EBA7-1539-C32A-B3BB-C54A44F4F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C8C32F-DAA6-4AEF-D0D7-9AB095124251}"/>
              </a:ext>
            </a:extLst>
          </p:cNvPr>
          <p:cNvSpPr txBox="1"/>
          <p:nvPr/>
        </p:nvSpPr>
        <p:spPr>
          <a:xfrm>
            <a:off x="186812" y="299568"/>
            <a:ext cx="11425084" cy="44012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2800" b="1" dirty="0"/>
              <a:t>Model: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err="1"/>
              <a:t>EfficientNet</a:t>
            </a:r>
            <a:r>
              <a:rPr lang="en-IN" sz="2800" dirty="0"/>
              <a:t> (pretrained on ImageNet)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Lightweight and fast</a:t>
            </a:r>
          </a:p>
          <a:p>
            <a:r>
              <a:rPr lang="en-IN" sz="2800" b="1" dirty="0"/>
              <a:t>Pipeline: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Image upload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Preprocessing &amp; normalization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Feature extraction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Binary classification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Precision-focused decision</a:t>
            </a:r>
          </a:p>
          <a:p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E6CFED-463E-25BA-5376-2A9B939B38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26" y="4168877"/>
            <a:ext cx="11625490" cy="2280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55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1C378-31F8-BF5E-FF8A-2948CC0F7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382B00-A160-BBD5-CB64-55E0327350EB}"/>
              </a:ext>
            </a:extLst>
          </p:cNvPr>
          <p:cNvSpPr txBox="1"/>
          <p:nvPr/>
        </p:nvSpPr>
        <p:spPr>
          <a:xfrm>
            <a:off x="186812" y="299568"/>
            <a:ext cx="11425084" cy="35394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b="1" dirty="0"/>
              <a:t>Metrics Used: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Precision (priority over accuracy)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Validation precision ≈ 95–96%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Inference time &lt; 2 seconds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Why Precision Matters: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A fake seed marked as genuine causes total crop loss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We intentionally used a higher decision threshold</a:t>
            </a:r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92CEE9-5BC0-F8B5-C397-1EAE44A08B1D}"/>
              </a:ext>
            </a:extLst>
          </p:cNvPr>
          <p:cNvSpPr txBox="1"/>
          <p:nvPr/>
        </p:nvSpPr>
        <p:spPr>
          <a:xfrm>
            <a:off x="796413" y="4267200"/>
            <a:ext cx="1050085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9769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986D9-6553-02ED-95B4-2465AD612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5CA638-69F5-2E3F-01DC-928D628E4207}"/>
              </a:ext>
            </a:extLst>
          </p:cNvPr>
          <p:cNvSpPr txBox="1"/>
          <p:nvPr/>
        </p:nvSpPr>
        <p:spPr>
          <a:xfrm>
            <a:off x="186812" y="299568"/>
            <a:ext cx="11425084" cy="60016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b="1" dirty="0"/>
              <a:t>Deployment: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Trained in Google </a:t>
            </a:r>
            <a:r>
              <a:rPr lang="en-US" sz="3200" dirty="0" err="1"/>
              <a:t>Colab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Deployed using </a:t>
            </a:r>
            <a:r>
              <a:rPr lang="en-US" sz="3200" dirty="0" err="1"/>
              <a:t>Streamlit</a:t>
            </a:r>
            <a:endParaRPr lang="en-US" sz="3200" dirty="0"/>
          </a:p>
          <a:p>
            <a:r>
              <a:rPr lang="en-US" sz="3200" b="1" dirty="0"/>
              <a:t>Features: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Simple UI for non-technical users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Image upload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Instant prediction + confidence</a:t>
            </a:r>
          </a:p>
          <a:p>
            <a:endParaRPr lang="en-US" sz="3200" b="1" dirty="0"/>
          </a:p>
          <a:p>
            <a:endParaRPr lang="en-US" sz="3200" b="1" dirty="0"/>
          </a:p>
          <a:p>
            <a:r>
              <a:rPr lang="en-US" sz="3200" b="1" dirty="0"/>
              <a:t>Scalability: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Can be retrained for other crops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Mobile-friendly and low-cost</a:t>
            </a:r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7FFBD5-EB86-C470-FD81-1781820BD13A}"/>
              </a:ext>
            </a:extLst>
          </p:cNvPr>
          <p:cNvSpPr txBox="1"/>
          <p:nvPr/>
        </p:nvSpPr>
        <p:spPr>
          <a:xfrm>
            <a:off x="580104" y="4129548"/>
            <a:ext cx="1050085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6770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4E445C-89DE-6B20-2E85-196EC707A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815" y="831416"/>
            <a:ext cx="5656185" cy="47387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9699FAA-A663-903A-7A22-8CEA17BA4B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956776"/>
            <a:ext cx="5656185" cy="44880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8325B8-7C03-2F3D-0781-694D33BA9E05}"/>
              </a:ext>
            </a:extLst>
          </p:cNvPr>
          <p:cNvSpPr txBox="1"/>
          <p:nvPr/>
        </p:nvSpPr>
        <p:spPr>
          <a:xfrm>
            <a:off x="4239491" y="108125"/>
            <a:ext cx="51123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b="1" dirty="0"/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34251862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97E050-200E-25D6-6590-B5765EDAD0DB}"/>
              </a:ext>
            </a:extLst>
          </p:cNvPr>
          <p:cNvSpPr txBox="1"/>
          <p:nvPr/>
        </p:nvSpPr>
        <p:spPr>
          <a:xfrm>
            <a:off x="1661651" y="1396181"/>
            <a:ext cx="8278762" cy="22159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38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7437623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28</TotalTime>
  <Words>255</Words>
  <Application>Microsoft Office PowerPoint</Application>
  <PresentationFormat>Widescreen</PresentationFormat>
  <Paragraphs>63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Retrospect</vt:lpstr>
      <vt:lpstr>FAKE SEED DETECTOR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poojith kumar parchuri</dc:creator>
  <cp:lastModifiedBy>poojith kumar parchuri</cp:lastModifiedBy>
  <cp:revision>2</cp:revision>
  <dcterms:created xsi:type="dcterms:W3CDTF">2026-02-28T11:24:19Z</dcterms:created>
  <dcterms:modified xsi:type="dcterms:W3CDTF">2026-02-28T11:53:07Z</dcterms:modified>
</cp:coreProperties>
</file>